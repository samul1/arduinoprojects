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983B-D70B-4269-BFFC-7262BAF12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19D1D-34EB-449B-B746-F3E28135A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C33E1-74FB-44D3-A9C7-F374A931E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DA53A-C7FC-400E-AC84-1CAECDBC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2A818-531C-47D1-94CF-8732A375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96958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AACF0-81E5-48E3-ACF5-35BCC07D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C0BB-5311-49A7-B2C5-D3FD939BA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5D652-30CB-48D8-A399-57E525D2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1EE9A-DC25-41E3-A597-2D56D088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2B7D3-C790-4441-8FB7-7B63B9616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97456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FB49-60B5-4FB0-A5E5-A00BE07A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866E-3559-440B-AEF8-949B212AE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BEEA9-21C3-44FD-AE0D-D488BFD0E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F34D9-04D4-4D97-A268-F1CAD7AC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54654-81C7-4ED7-8CB3-041D8026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1415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9A438-92D6-427C-8FF6-8B1D1323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32D52-288B-420F-8B0C-E24C9CCD1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5834B-787C-48A7-B482-7634BFB2F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BDABA-C106-48D2-8911-E75F9981C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CD35C-2020-4DE1-B290-A5A511B8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5DB74-F97B-4715-B190-E5F07E1E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05769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5595-221D-48B9-9630-6190079B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BCC27-678F-4449-A9BB-1E301C102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38E71-81F7-429C-8384-7173BF006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672B32-002D-4D51-BAF1-09F202BFE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045FA-BC71-4A48-88C6-79645F91F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B7C6B-970D-41B1-96DF-D8A5E269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06242F-AAB8-4DFF-8761-1268BC6B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A48C2-8E82-4B59-AD3F-3503D0930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6078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E11B-15A0-418B-A66E-785B4EBB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CAFDD-0EB5-40B9-AAD8-6C7ED901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1103E-9137-4E4E-86B5-E88AFA21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E3772-6E1E-43E6-81AC-1CBD64AE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3264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D4C9D-211E-4B55-95B3-B2D488510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F0651-DDAA-4AAE-A87D-64CACA823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B99CD-3B50-47EF-A4FF-71CE5DEC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9262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B8D56-AF07-4A83-8950-86D7A9208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8845-CCA7-4FDF-A157-3AF5FD5AA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83043-2E1A-4F36-9D97-314E06AE9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EE805-BA9B-4CD5-B069-D04E7CFEE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A7DDC-5C12-4502-9532-89086D33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E35D2-3423-4813-8FFF-76763A3BE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69269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959B-683D-49E2-941A-D82EC6CF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F3D667-C537-4D67-8E96-4896256F8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8262D-4740-4AD0-8C3E-D7E81D96F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827C2-636C-44DE-BE88-CDA3718C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06DD8-D730-4CB3-803A-404A1FE7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5B9D5-1656-444E-AB49-D9BC566E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004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8075-8972-4E6F-BD31-53A6BAF0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89055-53BA-4552-B247-25AAAFB667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56DA7-CEDA-436A-BA8B-126EE634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11B7-3655-48B4-A811-9FF29164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FDAB0-73F2-4F8D-B17B-53424D94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2368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85787-3097-4527-88B9-932BB463F5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A93B4-4E3F-4BAF-8473-A04C703F4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0DCD4-11A9-4B5E-9876-605B9644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2E856-71BF-4584-B3E0-F5E7DAF4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9A54-C12E-44DD-A02B-F0F799C7A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242169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C89CD-ECE1-4542-AACC-43F1E57BB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A006C-0C78-4245-9F60-3CC0D965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F0542-25A9-49B1-885F-0F07DFE727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B90E-D2A0-470F-AB6F-674F94D309D9}" type="datetimeFigureOut">
              <a:rPr lang="fi-FI" smtClean="0"/>
              <a:t>10.5.2022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3719B-9504-4A85-9D34-C8CF50F9A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3D65-5104-46B9-A0E6-A57A0503E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C771F-0D23-4E34-A63B-AC2B3F260F4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2257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81073E-36EC-4815-A868-06F47E41F0EA}"/>
              </a:ext>
            </a:extLst>
          </p:cNvPr>
          <p:cNvSpPr txBox="1"/>
          <p:nvPr/>
        </p:nvSpPr>
        <p:spPr>
          <a:xfrm>
            <a:off x="1350629" y="545284"/>
            <a:ext cx="1639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Ympyrän yhtälö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AE59D2-81A6-4796-8207-01B7FE8C61AB}"/>
              </a:ext>
            </a:extLst>
          </p:cNvPr>
          <p:cNvSpPr/>
          <p:nvPr/>
        </p:nvSpPr>
        <p:spPr>
          <a:xfrm>
            <a:off x="1350629" y="1359016"/>
            <a:ext cx="1837189" cy="1837189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55DA4A-762B-42AC-A835-3CCE6CAFBC07}"/>
              </a:ext>
            </a:extLst>
          </p:cNvPr>
          <p:cNvCxnSpPr>
            <a:endCxn id="5" idx="0"/>
          </p:cNvCxnSpPr>
          <p:nvPr/>
        </p:nvCxnSpPr>
        <p:spPr>
          <a:xfrm flipV="1">
            <a:off x="2268792" y="1359016"/>
            <a:ext cx="432" cy="95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EA893F-9FEC-49AD-960B-13DB985393C0}"/>
              </a:ext>
            </a:extLst>
          </p:cNvPr>
          <p:cNvSpPr txBox="1"/>
          <p:nvPr/>
        </p:nvSpPr>
        <p:spPr>
          <a:xfrm>
            <a:off x="2247280" y="2130695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x0,y0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12A4C-8072-4421-A8D2-BF30987F546E}"/>
              </a:ext>
            </a:extLst>
          </p:cNvPr>
          <p:cNvSpPr txBox="1"/>
          <p:nvPr/>
        </p:nvSpPr>
        <p:spPr>
          <a:xfrm>
            <a:off x="2217191" y="989684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 err="1"/>
              <a:t>x,y</a:t>
            </a:r>
            <a:endParaRPr lang="fi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59059D-7EF3-4774-A76E-E48933FF951C}"/>
                  </a:ext>
                </a:extLst>
              </p:cNvPr>
              <p:cNvSpPr txBox="1"/>
              <p:nvPr/>
            </p:nvSpPr>
            <p:spPr>
              <a:xfrm>
                <a:off x="735493" y="3420719"/>
                <a:ext cx="5122506" cy="3255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dirty="0"/>
                  <a:t>Koko ympyrä on radiaaneina 2∏</a:t>
                </a:r>
              </a:p>
              <a:p>
                <a:endParaRPr lang="fi-FI" dirty="0"/>
              </a:p>
              <a:p>
                <a:r>
                  <a:rPr lang="fi-FI" dirty="0"/>
                  <a:t>Jos halutaan r-säteisen ympyrän kehälle pisteitä (</a:t>
                </a:r>
                <a:r>
                  <a:rPr lang="fi-FI" dirty="0" err="1"/>
                  <a:t>x,y</a:t>
                </a:r>
                <a:r>
                  <a:rPr lang="fi-FI" dirty="0"/>
                  <a:t>), voidaan käyttää </a:t>
                </a:r>
                <a:r>
                  <a:rPr lang="fi-FI" dirty="0" err="1"/>
                  <a:t>sin</a:t>
                </a:r>
                <a:r>
                  <a:rPr lang="fi-FI" dirty="0"/>
                  <a:t>- ja </a:t>
                </a:r>
                <a:r>
                  <a:rPr lang="fi-FI" dirty="0" err="1"/>
                  <a:t>cos</a:t>
                </a:r>
                <a:r>
                  <a:rPr lang="fi-FI" dirty="0"/>
                  <a:t>-funktioita:</a:t>
                </a:r>
              </a:p>
              <a:p>
                <a:endParaRPr lang="fi-FI" dirty="0"/>
              </a:p>
              <a:p>
                <a:r>
                  <a:rPr lang="fi-FI" dirty="0"/>
                  <a:t>x = x0 + r*</a:t>
                </a:r>
                <a:r>
                  <a:rPr lang="fi-FI" dirty="0" err="1"/>
                  <a:t>cos</a:t>
                </a:r>
                <a:r>
                  <a:rPr lang="fi-FI" dirty="0"/>
                  <a:t>(t)</a:t>
                </a:r>
              </a:p>
              <a:p>
                <a:r>
                  <a:rPr lang="fi-FI" dirty="0"/>
                  <a:t>y = y0 + r*</a:t>
                </a:r>
                <a:r>
                  <a:rPr lang="fi-FI" dirty="0" err="1"/>
                  <a:t>sin</a:t>
                </a:r>
                <a:r>
                  <a:rPr lang="fi-FI" dirty="0"/>
                  <a:t>(t)</a:t>
                </a:r>
              </a:p>
              <a:p>
                <a:endParaRPr lang="fi-FI" dirty="0"/>
              </a:p>
              <a:p>
                <a:r>
                  <a:rPr lang="fi-FI" dirty="0"/>
                  <a:t>, missä</a:t>
                </a:r>
              </a:p>
              <a:p>
                <a:endParaRPr lang="fi-FI" dirty="0"/>
              </a:p>
              <a:p>
                <a:r>
                  <a:rPr lang="fi-FI" dirty="0"/>
                  <a:t>t =</a:t>
                </a:r>
                <a14:m>
                  <m:oMath xmlns:m="http://schemas.openxmlformats.org/officeDocument/2006/math">
                    <m:r>
                      <a:rPr lang="fi-FI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i-FI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fi-FI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fi-FI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i-FI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fi-FI" b="0" i="1" smtClean="0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</m:oMath>
                </a14:m>
                <a:r>
                  <a:rPr lang="fi-FI" dirty="0"/>
                  <a:t>, kun i = 0 … 360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59059D-7EF3-4774-A76E-E48933FF9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93" y="3420719"/>
                <a:ext cx="5122506" cy="3255763"/>
              </a:xfrm>
              <a:prstGeom prst="rect">
                <a:avLst/>
              </a:prstGeom>
              <a:blipFill>
                <a:blip r:embed="rId2"/>
                <a:stretch>
                  <a:fillRect l="-1071" t="-936" r="-1905" b="-375"/>
                </a:stretch>
              </a:blipFill>
            </p:spPr>
            <p:txBody>
              <a:bodyPr/>
              <a:lstStyle/>
              <a:p>
                <a:r>
                  <a:rPr lang="fi-F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BB2372F-5CB5-48AE-BE6A-0AA19D592541}"/>
              </a:ext>
            </a:extLst>
          </p:cNvPr>
          <p:cNvSpPr txBox="1"/>
          <p:nvPr/>
        </p:nvSpPr>
        <p:spPr>
          <a:xfrm>
            <a:off x="2084783" y="165252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11E681-70A9-44F4-93ED-ACE3C75397DA}"/>
              </a:ext>
            </a:extLst>
          </p:cNvPr>
          <p:cNvSpPr txBox="1"/>
          <p:nvPr/>
        </p:nvSpPr>
        <p:spPr>
          <a:xfrm>
            <a:off x="6887361" y="681507"/>
            <a:ext cx="469783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Esim.</a:t>
            </a:r>
          </a:p>
          <a:p>
            <a:pPr algn="l" rtl="0" fontAlgn="base"/>
            <a:endParaRPr lang="fi-FI" sz="1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x = x0 + r*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cos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*t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// y = y0 + r*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csin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*t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#include &lt;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math.h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&gt;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dirty="0">
                <a:effectLst/>
                <a:latin typeface="Calibri" panose="020F0502020204030204" pitchFamily="34" charset="0"/>
              </a:rPr>
              <a:t>​</a:t>
            </a:r>
            <a:endParaRPr lang="fi-FI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double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ii = 0;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…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char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xx;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unsigned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char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yy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dirty="0">
                <a:effectLst/>
                <a:latin typeface="Calibri" panose="020F0502020204030204" pitchFamily="34" charset="0"/>
              </a:rPr>
              <a:t>​</a:t>
            </a:r>
            <a:endParaRPr lang="fi-FI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for(i=0;i&lt;360;i++)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{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ii = i;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piste=i</a:t>
            </a:r>
            <a:r>
              <a:rPr lang="fi-FI" sz="1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*((2*3.14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)/360);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cosix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= 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cos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(piste);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siniy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= 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sin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(piste);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xx = x0 + r*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cosix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yy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= y0 + r*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siniy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LCD_DrawPixel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</a:t>
            </a:r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xx,yy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}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pPr algn="l" rtl="0" fontAlgn="base"/>
            <a:r>
              <a:rPr lang="fi-FI" sz="1400" b="0" i="0" dirty="0">
                <a:effectLst/>
                <a:latin typeface="Calibri" panose="020F0502020204030204" pitchFamily="34" charset="0"/>
              </a:rPr>
              <a:t>​</a:t>
            </a:r>
            <a:endParaRPr lang="fi-FI" sz="1400" b="0" i="0" dirty="0">
              <a:effectLst/>
            </a:endParaRPr>
          </a:p>
          <a:p>
            <a:pPr algn="l" rtl="0" fontAlgn="base"/>
            <a:r>
              <a:rPr lang="fi-FI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LCD_Display</a:t>
            </a:r>
            <a:r>
              <a:rPr lang="fi-FI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();</a:t>
            </a:r>
            <a:r>
              <a:rPr lang="en-US" sz="1400" b="0" i="0" dirty="0">
                <a:effectLst/>
                <a:latin typeface="Calibri" panose="020F0502020204030204" pitchFamily="34" charset="0"/>
              </a:rPr>
              <a:t>​</a:t>
            </a:r>
            <a:endParaRPr lang="en-US" sz="1400" b="0" i="0" dirty="0">
              <a:effectLst/>
            </a:endParaRPr>
          </a:p>
          <a:p>
            <a:endParaRPr lang="fi-FI" sz="1400" dirty="0"/>
          </a:p>
        </p:txBody>
      </p:sp>
    </p:spTree>
    <p:extLst>
      <p:ext uri="{BB962C8B-B14F-4D97-AF65-F5344CB8AC3E}">
        <p14:creationId xmlns:p14="http://schemas.microsoft.com/office/powerpoint/2010/main" val="257939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5C364FB05E489644B66BA3670430DE6E" ma:contentTypeVersion="14" ma:contentTypeDescription="Luo uusi asiakirja." ma:contentTypeScope="" ma:versionID="a297ee432260236e3f54a79680f2c850">
  <xsd:schema xmlns:xsd="http://www.w3.org/2001/XMLSchema" xmlns:xs="http://www.w3.org/2001/XMLSchema" xmlns:p="http://schemas.microsoft.com/office/2006/metadata/properties" xmlns:ns3="2f6f5a80-1a07-4a5a-8491-db3b5c26df63" xmlns:ns4="d032b62f-68b8-41da-90cf-0bd2b328c40d" targetNamespace="http://schemas.microsoft.com/office/2006/metadata/properties" ma:root="true" ma:fieldsID="eb6d18479336554eadcf10210db6d62c" ns3:_="" ns4:_="">
    <xsd:import namespace="2f6f5a80-1a07-4a5a-8491-db3b5c26df63"/>
    <xsd:import namespace="d032b62f-68b8-41da-90cf-0bd2b328c40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6f5a80-1a07-4a5a-8491-db3b5c26df6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Jakamisvihjeen hajautus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32b62f-68b8-41da-90cf-0bd2b328c4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E8345E-4197-4D11-A4DE-E90A4B36D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419D52-6D38-46EF-80CE-3BC0FCC156B1}">
  <ds:schemaRefs>
    <ds:schemaRef ds:uri="d032b62f-68b8-41da-90cf-0bd2b328c40d"/>
    <ds:schemaRef ds:uri="http://purl.org/dc/elements/1.1/"/>
    <ds:schemaRef ds:uri="http://purl.org/dc/terms/"/>
    <ds:schemaRef ds:uri="http://schemas.microsoft.com/office/infopath/2007/PartnerControls"/>
    <ds:schemaRef ds:uri="2f6f5a80-1a07-4a5a-8491-db3b5c26df63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F49540B-DA93-44A4-897E-DBFED50306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6f5a80-1a07-4a5a-8491-db3b5c26df63"/>
    <ds:schemaRef ds:uri="d032b62f-68b8-41da-90cf-0bd2b328c4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197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Ala-Hiiro Jussi</dc:creator>
  <cp:lastModifiedBy>Ala-Hiiro Jussi</cp:lastModifiedBy>
  <cp:revision>3</cp:revision>
  <dcterms:created xsi:type="dcterms:W3CDTF">2022-03-22T12:21:58Z</dcterms:created>
  <dcterms:modified xsi:type="dcterms:W3CDTF">2022-05-10T11:34:06Z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0x0101005C364FB05E489644B66BA3670430DE6E</vt:lpwstr>
  </property>
</Properties>
</file>